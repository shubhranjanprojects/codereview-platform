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576D8-74D7-4768-A9E2-A7460D0E09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09C3D-8A7B-4585-AEBF-B9CE326DAE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97BBA39-D31B-4F1C-9BF5-260BF64987B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CodeReview Platform</cp:lastModifiedBy>
  <cp:revision>0</cp:revision>
  <dc:subject/>
  <dc:title>CodeReview Platform — Demo</dc:title>
</cp:coreProperties>
</file>